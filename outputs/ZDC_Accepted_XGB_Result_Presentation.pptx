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3cfab223c8481b" /><Relationship Type="http://schemas.openxmlformats.org/officeDocument/2006/relationships/extended-properties" Target="/docProps/app.xml" Id="Re30299d84eb74fb4" /><Relationship Type="http://schemas.openxmlformats.org/officeDocument/2006/relationships/officeDocument" Target="/ppt/presentation.xml" Id="R9522999a0ef240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bc9ec398ce4a71"/>
  </p:sldMasterIdLst>
  <p:notesMasterIdLst>
    <p:notesMasterId xmlns:r="http://schemas.openxmlformats.org/officeDocument/2006/relationships" r:id="Re60f79171ba443a3"/>
  </p:notesMasterIdLst>
  <p:sldIdLst>
    <p:sldId xmlns:r="http://schemas.openxmlformats.org/officeDocument/2006/relationships" id="256" r:id="R0882ccc907654bde"/>
    <p:sldId xmlns:r="http://schemas.openxmlformats.org/officeDocument/2006/relationships" id="257" r:id="Ra1a90bccf75a420f"/>
    <p:sldId xmlns:r="http://schemas.openxmlformats.org/officeDocument/2006/relationships" id="258" r:id="Rd7d5a3dd74f34424"/>
    <p:sldId xmlns:r="http://schemas.openxmlformats.org/officeDocument/2006/relationships" id="259" r:id="R5365e2997abb41b2"/>
    <p:sldId xmlns:r="http://schemas.openxmlformats.org/officeDocument/2006/relationships" id="260" r:id="Rd2f52b70d4284899"/>
    <p:sldId xmlns:r="http://schemas.openxmlformats.org/officeDocument/2006/relationships" id="261" r:id="R732c42fdb2c54f5c"/>
    <p:sldId xmlns:r="http://schemas.openxmlformats.org/officeDocument/2006/relationships" id="262" r:id="R4df47ea038b74f19"/>
    <p:sldId xmlns:r="http://schemas.openxmlformats.org/officeDocument/2006/relationships" id="263" r:id="R4295677fcbfb424c"/>
    <p:sldId xmlns:r="http://schemas.openxmlformats.org/officeDocument/2006/relationships" id="264" r:id="R340a4da200a44aca"/>
    <p:sldId xmlns:r="http://schemas.openxmlformats.org/officeDocument/2006/relationships" id="265" r:id="R561108928f0c4d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d9594af4e64a17" /><Relationship Type="http://schemas.openxmlformats.org/officeDocument/2006/relationships/slideMaster" Target="/ppt/slideMasters/slideMaster1.xml" Id="R52bc9ec398ce4a71" /><Relationship Type="http://schemas.openxmlformats.org/officeDocument/2006/relationships/notesMaster" Target="/ppt/notesMasters/notesMaster1.xml" Id="Re60f79171ba443a3" /><Relationship Type="http://schemas.openxmlformats.org/officeDocument/2006/relationships/presProps" Target="/ppt/presProps.xml" Id="Rd714ca8f0982428c" /><Relationship Type="http://schemas.openxmlformats.org/officeDocument/2006/relationships/tableStyles" Target="/ppt/tableStyles.xml" Id="Rf5a7c11e4b6142cd" /><Relationship Type="http://schemas.openxmlformats.org/officeDocument/2006/relationships/slide" Target="/ppt/slides/slide1.xml" Id="R0882ccc907654bde" /><Relationship Type="http://schemas.openxmlformats.org/officeDocument/2006/relationships/slide" Target="/ppt/slides/slide2.xml" Id="Ra1a90bccf75a420f" /><Relationship Type="http://schemas.openxmlformats.org/officeDocument/2006/relationships/slide" Target="/ppt/slides/slide3.xml" Id="Rd7d5a3dd74f34424" /><Relationship Type="http://schemas.openxmlformats.org/officeDocument/2006/relationships/slide" Target="/ppt/slides/slide4.xml" Id="R5365e2997abb41b2" /><Relationship Type="http://schemas.openxmlformats.org/officeDocument/2006/relationships/slide" Target="/ppt/slides/slide5.xml" Id="Rd2f52b70d4284899" /><Relationship Type="http://schemas.openxmlformats.org/officeDocument/2006/relationships/slide" Target="/ppt/slides/slide6.xml" Id="R732c42fdb2c54f5c" /><Relationship Type="http://schemas.openxmlformats.org/officeDocument/2006/relationships/slide" Target="/ppt/slides/slide7.xml" Id="R4df47ea038b74f19" /><Relationship Type="http://schemas.openxmlformats.org/officeDocument/2006/relationships/slide" Target="/ppt/slides/slide8.xml" Id="R4295677fcbfb424c" /><Relationship Type="http://schemas.openxmlformats.org/officeDocument/2006/relationships/slide" Target="/ppt/slides/slide9.xml" Id="R340a4da200a44aca" /><Relationship Type="http://schemas.openxmlformats.org/officeDocument/2006/relationships/slide" Target="/ppt/slides/slide10.xml" Id="R561108928f0c4d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95978ff9e34b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a5db11c4ac4266" /><Relationship Type="http://schemas.openxmlformats.org/officeDocument/2006/relationships/notesMaster" Target="/ppt/notesMasters/notesMaster1.xml" Id="R04953516445645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edd7545ea4dd9" /><Relationship Type="http://schemas.openxmlformats.org/officeDocument/2006/relationships/notesMaster" Target="/ppt/notesMasters/notesMaster1.xml" Id="R8c98dd1a75cd49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3b3bc7ef04eaf" /><Relationship Type="http://schemas.openxmlformats.org/officeDocument/2006/relationships/notesMaster" Target="/ppt/notesMasters/notesMaster1.xml" Id="R9e6e1c1835a441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480a11bf94f1b" /><Relationship Type="http://schemas.openxmlformats.org/officeDocument/2006/relationships/notesMaster" Target="/ppt/notesMasters/notesMaster1.xml" Id="Rdf556d9451c745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b60ca1102f4433" /><Relationship Type="http://schemas.openxmlformats.org/officeDocument/2006/relationships/notesMaster" Target="/ppt/notesMasters/notesMaster1.xml" Id="R02b65cdf98804d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c46090e689498a" /><Relationship Type="http://schemas.openxmlformats.org/officeDocument/2006/relationships/notesMaster" Target="/ppt/notesMasters/notesMaster1.xml" Id="R89745b3fb82a40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1db9cdb2f844d6" /><Relationship Type="http://schemas.openxmlformats.org/officeDocument/2006/relationships/notesMaster" Target="/ppt/notesMasters/notesMaster1.xml" Id="R5516fb7f987b47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1493fe004b493f" /><Relationship Type="http://schemas.openxmlformats.org/officeDocument/2006/relationships/notesMaster" Target="/ppt/notesMasters/notesMaster1.xml" Id="Re9e13409e15440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4620f817164500" /><Relationship Type="http://schemas.openxmlformats.org/officeDocument/2006/relationships/notesMaster" Target="/ppt/notesMasters/notesMaster1.xml" Id="R9b8790fb821e4b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7b5af39c544e16" /><Relationship Type="http://schemas.openxmlformats.org/officeDocument/2006/relationships/notesMaster" Target="/ppt/notesMasters/notesMaster1.xml" Id="R44d9e4a6e24f4d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f7dc4b32e4b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2024e8fbfa4811" /><Relationship Type="http://schemas.openxmlformats.org/officeDocument/2006/relationships/slideLayout" Target="/ppt/slideLayouts/slideLayout1.xml" Id="R3348032c25c149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48032c25c149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ef07518e448b0" /><Relationship Type="http://schemas.openxmlformats.org/officeDocument/2006/relationships/notesSlide" Target="/ppt/notesSlides/notesSlide1.xml" Id="R3ca564ff0b6e44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fd64aee1444a1" /><Relationship Type="http://schemas.openxmlformats.org/officeDocument/2006/relationships/notesSlide" Target="/ppt/notesSlides/notesSlide2.xml" Id="Rc285b7f6e7e94f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523866dd046dc" /><Relationship Type="http://schemas.openxmlformats.org/officeDocument/2006/relationships/notesSlide" Target="/ppt/notesSlides/notesSlide3.xml" Id="R284b5f700f8844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b169e77ac4b6a" /><Relationship Type="http://schemas.openxmlformats.org/officeDocument/2006/relationships/notesSlide" Target="/ppt/notesSlides/notesSlide4.xml" Id="R2b703e2f867942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808199f244dcb" /><Relationship Type="http://schemas.openxmlformats.org/officeDocument/2006/relationships/notesSlide" Target="/ppt/notesSlides/notesSlide5.xml" Id="Rc890289eed0e47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fc08084c24d53" /><Relationship Type="http://schemas.openxmlformats.org/officeDocument/2006/relationships/notesSlide" Target="/ppt/notesSlides/notesSlide6.xml" Id="Rd54c7ee6e12148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5867a6d2b4f67" /><Relationship Type="http://schemas.openxmlformats.org/officeDocument/2006/relationships/notesSlide" Target="/ppt/notesSlides/notesSlide7.xml" Id="R0a56f704863a45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0173565504e1e" /><Relationship Type="http://schemas.openxmlformats.org/officeDocument/2006/relationships/notesSlide" Target="/ppt/notesSlides/notesSlide8.xml" Id="R78817a71ab0e44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299fb8abb4c6f" /><Relationship Type="http://schemas.openxmlformats.org/officeDocument/2006/relationships/notesSlide" Target="/ppt/notesSlides/notesSlide9.xml" Id="R7398dba3d56c40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4acf87136445c" /><Relationship Type="http://schemas.openxmlformats.org/officeDocument/2006/relationships/notesSlide" Target="/ppt/notesSlides/notesSlide10.xml" Id="R526377f8365946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CBDF3C-6D04-44E4-B6FE-91DAEF70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ZDC Four-Vector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8F32A-99CC-45BD-9895-6A1CCD94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334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Accepted XGBoost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CD85D-99E2-4C43-81CC-4BE20DE3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local ROOT file matches the US-CENTRAL1 Vertex input. ECAL/HCAL hit signals are accepted as GeV deposits using the prior pipeline evidence and the data-owner continuation.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D0BEF-E80A-4BEC-A537-B8A3464C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2026-07-11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7BE02-5193-4D1F-BDC7-8E342ED8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1031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3834A2-5989-48B4-AE9B-5FC7A140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study now has an accepted scalar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FB82D-3F75-4707-91DA-E11643BC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model target is an on-shell neutron four-vector in GeV for the 50-250 GeV focus population.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3F03C-5C48-4FE1-AB17-77F2A8F8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E14EF-E851-4503-BD73-7E7B633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46AFD-EF67-4EA6-B9CB-B0E992E6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764,940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F13AF-4BC5-4D2E-9ED5-B01A791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events in latest ROOT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419AF-AF44-45D8-AFFA-1F624548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D13DF-2EB5-456F-9FF1-E9B4745D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50-250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893A1-3737-4249-ABA8-2CA5B71C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GeV headline focus 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3658A-CD61-40D6-96F4-2FF31F57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05B3-7C26-4AD7-9B4F-6CE1FB64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80/10/10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F722D-F4DB-40E0-9F01-CD856105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required group-safe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683FD-C732-43BB-B9EE-788AB1CE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2FAF5-9DF0-4740-9A74-1AADB790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$78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4CBDF-87F5-450B-9EE5-815F685C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planned Vertex ceiling under $90 cap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DF6CC-87A6-4AFB-B5D5-0DDDE399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Resolved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809E6-D1B0-4428-9F1D-07E4349A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prior implementation showed energy sums and ratios are internally consistent with GeV hit deposits; the user directed that interpretation for this normal ZDC dataset.</a:t>
            </a:r>
          </a:p>
        </p:txBody>
      </p:sp>
    </p:spTree>
    <p:extLst>
      <p:ext uri="{BB962C8B-B14F-4D97-AF65-F5344CB8AC3E}">
        <p14:creationId xmlns:p14="http://schemas.microsoft.com/office/powerpoint/2010/main" val="1204832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3D379-86C0-461E-BE0B-EF12973B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Repository intake added an audit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63DB7-7E29-40EC-9295-805CE5C7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checked-in repo started as a stricter scaffold, so I preserved the fail-closed audit and imported the executable prior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17E3-9175-447D-B7E8-D6F7334C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89B36-F90D-4CF4-9224-D953C3D9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107E5-693D-407D-AB36-46D6F754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Read every file in /read me first/ and every file returned by rg --files.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49E74-DF8C-4FCA-9B6D-BEF225DD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8E981-F0C7-46BD-A2E6-3865B826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Built a Python 3.11 environment and installed the package with dev dependencies.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29937-48DB-4A62-9D59-7B5317A7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FBBBB-823A-4F85-8818-B6AA3C1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Imported the prior zdc_reco pipeline that produced the accepted Vertex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7DF70-AB7F-41FD-97AA-D611AEB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57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BB1FC-004B-4DD5-A63E-0C27E1A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Reran compile, unittest, pytest, Ruff, and smoke after edits.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4FCFF-7E48-406E-9F22-7177D50F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340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4CC40-567B-401F-AD26-CD6C8A75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241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8908A-3705-42A9-AA58-900CA71B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146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compileall passed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unittest: 11 tests OK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pytest: 11 passed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Ruff: all checks passed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smoke: perfect self-check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9D192-ECF5-4157-9417-300C670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95875"/>
            <a:ext cx="5534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Docker was not available locally. No new Vertex job was needed after the accepted prior Vertex artifacts were identified.</a:t>
            </a:r>
          </a:p>
        </p:txBody>
      </p:sp>
    </p:spTree>
    <p:extLst>
      <p:ext uri="{BB962C8B-B14F-4D97-AF65-F5344CB8AC3E}">
        <p14:creationId xmlns:p14="http://schemas.microsoft.com/office/powerpoint/2010/main" val="2131098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CC21B-2BCE-4E3F-A8DE-33A3900F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local ROOT file is already staged for Vertex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9CE18-7F76-4282-8D22-BBD0A038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local file hash matches the US-CENTRAL1 Cloud Storage object used by Vertex custom jobs.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719E6-B5A5-420F-B124-9095102A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4F8BB-55D4-4DBE-A38F-F1FC3366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01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D5653-FA77-45A4-A0BF-761B340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97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2F13C-46B5-44A1-B8AA-0416968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9072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C:/Users/Julia/.../ML ZDC all 1/myTree_20251117_765k_0to300GeV_neutron_All.root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88F38-25DE-44E5-889D-A2F50635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05100"/>
            <a:ext cx="11401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F8D89-3F91-4812-953E-C0E2BE50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051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Vertex URI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A04E4-7162-426C-8EF9-B7DB6B6E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860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gs://asiop-zdc-1-zdc-reco-us-central1/data/myTree_20251117_765k_0to300GeV_neutron_All.root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C0F7E-E51C-440B-AEAF-75638A99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D6DE2-2601-4162-BE93-EB55A66B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529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25.0 GB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C034B-0DAC-4BD3-9952-C11596F8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local and staged object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88647-F451-4711-9BFB-D21D2A12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0525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98D81-58D3-4F22-AF45-6F82F30B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529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lCVUvQ==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2217A-3843-4480-AC18-3E9ED41B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958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matching CRC32C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4C568-58E1-4419-A620-8CA00B9B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0525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F8E95-9688-4D73-8C32-D26FEC5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529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b7c666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744A0-755F-46C0-A854-0EBDBDBA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958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SHA-256 prefix 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142B8-BE41-488B-80C8-FE09751A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0525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9B7E8-E6C3-49B9-95FB-ACDFB60B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529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region 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010EF-4AF3-47E9-B496-65371ABF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8958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US-CENTRAL1 bucket matches Vertex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FC756-9B35-442B-B51A-04815200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 duplicate 23.3 GiB upload was performed because the staged object already matches the local file. Use the GCS URI for Vertex jobs; the deletion command is recorded in the package.</a:t>
            </a:r>
          </a:p>
        </p:txBody>
      </p:sp>
    </p:spTree>
    <p:extLst>
      <p:ext uri="{BB962C8B-B14F-4D97-AF65-F5344CB8AC3E}">
        <p14:creationId xmlns:p14="http://schemas.microsoft.com/office/powerpoint/2010/main" val="1737451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99D265-3ABF-45FB-9F38-3C86AEF2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truth contract is resolved, not guessed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1BCF4-795D-4FAB-B47A-D4F77883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full truth-branch pass verified the particle identity and total-energy semantics.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125E3-85C1-481B-A57D-64C0AA4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8C8C8-EDDF-4C11-8018-86175DCF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BC35B-565C-48D1-8660-07097F6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46F9D-B426-48FB-AEDD-2A386C63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9425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MC particle per event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5397C-37B6-40A4-A354-A6AFB262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218AA-8D73-436C-9E9D-C2D54D74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764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2112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94434-FDB4-4192-8552-2E39C67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19425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PDG code for all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85967-31E7-42E4-B74F-20DFABF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2882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5776F-2950-491D-8188-46DBD4E4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7.7e-17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2B7FB-CB73-4012-BB42-1515F3D8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19425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median shell residual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9F05A-C032-4ACD-A948-5F5B72DF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2882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1753A-5459-402F-9C86-4D1281D4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764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300.001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26D8B-B666-4970-9943-BE81015D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19425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max truth energy GeV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BA6E8-97B0-43C8-8FDA-A9E79EC9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91050"/>
            <a:ext cx="114014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02A03-6571-43B7-90D8-CF07795A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6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A5937-40DB-4813-9B08-41FC443C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577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Use the only MC particle in the event after verifying every event has exactly one candidate and all candidates are neutrons.</a:t>
            </a:r>
          </a:p>
        </p:txBody>
      </p:sp>
    </p:spTree>
    <p:extLst>
      <p:ext uri="{BB962C8B-B14F-4D97-AF65-F5344CB8AC3E}">
        <p14:creationId xmlns:p14="http://schemas.microsoft.com/office/powerpoint/2010/main" val="1487333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2DD69-B2F4-4BA1-B006-D99CCBC5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detector hit-unit gate is resolved for this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3FCC1-1543-48F2-9F8B-686AD102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scale is accepted as 1.0 GeV for both ECAL and HCAL hit signals.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34076-1B93-4840-B1FA-06A52D3E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CD3DA-C220-495F-9DF1-04B43C84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55340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5AFFD-C8EA-42B1-82C1-0550C298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76475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Prior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D4968-4E11-4593-9271-F3DBCEEC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03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energySum branches equal summed per-hit energies; energyRatio branches equal sum divided by mcPar_mom.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D344F-1C10-4F45-BD34-F0B85B7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28825"/>
            <a:ext cx="55340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0B104-A480-4975-85CE-769197D4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76475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Owner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956B1-8C43-454B-B343-9C3DD5DE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003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user directed use of the normal ZDC interpretation and the prior ML ZDC all implementation.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A9577-A23F-4032-9A17-471158B5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C20BA-0475-49C0-90AB-65B96EBD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386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Locked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471C0-BCA0-4A0E-8064-9D2AD771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ecal_energy and hcal_energy are treated as ideal simulated hit-energy deposits in GeV with scale 1.0. This does not imply real-detector electronics calibration.</a:t>
            </a:r>
          </a:p>
        </p:txBody>
      </p:sp>
    </p:spTree>
    <p:extLst>
      <p:ext uri="{BB962C8B-B14F-4D97-AF65-F5344CB8AC3E}">
        <p14:creationId xmlns:p14="http://schemas.microsoft.com/office/powerpoint/2010/main" val="280441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BF0DAC-15CD-4FB2-A1DD-C0A72919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M1_xgb_focus_only is the accepted champion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2349B-2B97-481C-9E22-8E6B8CE3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locked focus-test result comes from the prior Vertex scalar-feature/XGBoost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0F47E-E219-4C2D-92F4-DAD9A334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15958-294B-421F-86EF-7F756D79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B6630-06D8-4CE8-BA08-E6E2A235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0.2044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6DB22-6D51-401E-A9AF-4E4B7094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macro RMS relative four-vector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7596A-C059-4114-9C9A-C3459F76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048B4-BE2D-4A49-9C31-828D5D86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11.48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35665-E801-4D57-867D-9ADB0CFC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energy MAE in GeV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38D26-15C6-49E3-9164-8FF3A24E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CDDB6-B08F-4431-BDA2-6481CED0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5.87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42973-2346-40BC-85E0-C1FE6C9A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median angular error mrad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AD43E-EC9E-4686-93F7-7E76CF9B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FF633-2B74-4E89-B14D-A5986DAA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50,685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1C284-A9EF-4037-8468-106282C1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focus test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31003-6137-430E-968B-10660369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33875"/>
            <a:ext cx="114014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F3DA4-7C2E-44E8-BA96-BA4CDB47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482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Caveat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4F40-9EEE-44A2-B0E8-258FBAF3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0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This accepted run is scalar-feature/XGBoost. The newer dual-grid T4 neural path and ECAL/HCAL tensor artifacts are not present in the accepted output.</a:t>
            </a:r>
          </a:p>
        </p:txBody>
      </p:sp>
    </p:spTree>
    <p:extLst>
      <p:ext uri="{BB962C8B-B14F-4D97-AF65-F5344CB8AC3E}">
        <p14:creationId xmlns:p14="http://schemas.microsoft.com/office/powerpoint/2010/main" val="1070168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A85A31-9BFC-4E5B-93DD-B4BA5991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accepted run completed on Vertex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7323F-56B9-4A82-82AB-03CEDE73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result was produced by the prior implementation against the same ROOT object.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19610-085A-461C-BCB3-DE844025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70A44-64F7-4972-80BE-08277CE7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654BC-45AE-4629-BD6E-CB7E7425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Finalization job completed on 2026-07-10 from 15:00:07 to 15:12:49 UTC.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357A0-9A0E-439C-AFFD-C3C863B0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6F386-7851-4D08-8756-EEC63F26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Stages completed: baselines, XGBoost, selection, calibration, test unlock, evaluation, plots, verify.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A74B8-5B1E-4E9C-8BE7-99D291BF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44C85-E94E-43F5-BD0A-215CEDE8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Output prefix: gs://asiop-zdc-1-zdc-reco-us-central1/runs/full-cpu-20260710-finalfix2/outputs.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2685F-7306-445E-8429-05053BCF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57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61014-8357-44D3-8E5C-027390D9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local ROOT hash matches the Vertex input hash exactly.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EF1BF-8F8A-41B7-892C-8797EECB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94112-97B0-4344-B429-00476AF8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Accepted as scalar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1FA57-EB3F-4BE0-A0CF-AE34253F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67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Do not present it as the newer dual-grid neural result.</a:t>
            </a:r>
          </a:p>
        </p:txBody>
      </p:sp>
    </p:spTree>
    <p:extLst>
      <p:ext uri="{BB962C8B-B14F-4D97-AF65-F5344CB8AC3E}">
        <p14:creationId xmlns:p14="http://schemas.microsoft.com/office/powerpoint/2010/main" val="14116515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CA3A79-F68A-4E49-9963-20938BCE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rebuild path is explicit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0A4B8-736E-43F6-A623-6F873B46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imported legacy pipeline can reproduce the accepted scalar/XGBoost run from the staged Vertex input.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8ACAE-A754-445A-ABFA-CD77444F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64248-659F-43AF-A4CF-9DFB5382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72FC8-278E-41C3-8EF2-E7B1D2A0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56972-6DBE-4455-BEDD-8BBA09C0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staged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2FDEA-3880-4063-ADBF-8CBAB8FE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local ROOT matches the US-CENTRAL1 GCS object.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93273-61F5-4B3F-8165-CFA2FA1E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C4A64-539A-424D-9B01-B77AB2C9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051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9A86D-0D41-478E-9DAD-66C2D576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preflight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4634A-3D9C-404B-81FC-8B7F37B2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Lock schema, hit policies, frame, and source hashes.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CE0DC-C665-491B-8EF2-48226CA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88618-45B4-4B7F-9F90-9D599A13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AC013-450F-4BFF-82B7-0B2D0577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4BFBF-F516-4AE4-AF18-6860F2B8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Targets, split, scalar features, ECAL grids, HCAL grids, manifests.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37004-5A83-4753-8CFD-AE3E837F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57557-7C7D-47E2-A845-24FEA07F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434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4E664-44E8-4AA1-BE6B-47514E8D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 candidates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1CA17-470A-4B0B-AD3E-7284167C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B0/B1 and XGBoost support variants in the scalar pipeline.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02A19-5799-417C-A308-CDDA328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86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744F6-8426-42DF-B3D2-087E91FD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625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29D2F-5814-4BD8-96B4-66DD199C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and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B24B6-7238-4FBA-A71D-5391BA0F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Select champion, calibrate on validation, unlock test once, report.</a:t>
            </a:r>
          </a:p>
        </p:txBody>
      </p:sp>
    </p:spTree>
    <p:extLst>
      <p:ext uri="{BB962C8B-B14F-4D97-AF65-F5344CB8AC3E}">
        <p14:creationId xmlns:p14="http://schemas.microsoft.com/office/powerpoint/2010/main" val="1485554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CA4F1-AEEE-4752-A936-A34B037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next decision is whether to fund the neural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4F789-08A7-4105-A89A-6B741681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scalar result is accepted; the dual-grid T4 model remains future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41236-6D33-4C93-BFA8-BB8101E8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0C74C-9C3D-47A9-934F-B81D7EC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55340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35337-66F5-494B-A153-059EE070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33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Accepted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471E0-6E0F-41B3-BC25-8DB9E4A6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908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Use M1_xgb_focus_only as the scalar-feature benchmark: macro RMS 0.2044, energy MAE 11.48 GeV, angular median 5.87 mrad.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4EAB7-1FBB-4D9B-BE6A-1319A900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28825"/>
            <a:ext cx="55340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9E161-9620-43FA-AF4B-2369E2AF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33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Rebuild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599DA-0C8C-4A8E-8C3B-7DAE015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71800"/>
            <a:ext cx="4857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python -m zdc_reco.cli run-all-gcs --data-gcs gs://asiop-zdc-1-zdc-reco-us-central1/data/myTree_20251117_765k_0to300GeV_neutron_All.root --config configs/legacy_vertex_default.yaml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97890-D67E-4B00-BAF3-2F375DC4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386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Delete staged data later: gcloud storage rm gs://asiop-zdc-1-zdc-reco-us-central1/data/myTree_20251117_765k_0to300GeV_neutron_All.root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BD788-D1C0-4D47-8EB0-8212C538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final package keeps both the accepted result and the remaining neural-caveat visible.</a:t>
            </a:r>
          </a:p>
        </p:txBody>
      </p:sp>
    </p:spTree>
    <p:extLst>
      <p:ext uri="{BB962C8B-B14F-4D97-AF65-F5344CB8AC3E}">
        <p14:creationId xmlns:p14="http://schemas.microsoft.com/office/powerpoint/2010/main" val="560565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2026-07-11T09:24:41.0060000Z</dcterms:created>
  <dcterms:modified xsi:type="dcterms:W3CDTF">2026-07-11T09:24:41.0060000Z</dcterms:modified>
</coreProperties>
</file>