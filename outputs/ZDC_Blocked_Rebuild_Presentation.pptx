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486a6f57204615" /><Relationship Type="http://schemas.openxmlformats.org/officeDocument/2006/relationships/extended-properties" Target="/docProps/app.xml" Id="Rff76fe0969354576" /><Relationship Type="http://schemas.openxmlformats.org/officeDocument/2006/relationships/officeDocument" Target="/ppt/presentation.xml" Id="R7c597100e23a43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2a3726e91a45e2"/>
  </p:sldMasterIdLst>
  <p:notesMasterIdLst>
    <p:notesMasterId xmlns:r="http://schemas.openxmlformats.org/officeDocument/2006/relationships" r:id="R788be59179184ea7"/>
  </p:notesMasterIdLst>
  <p:sldIdLst>
    <p:sldId xmlns:r="http://schemas.openxmlformats.org/officeDocument/2006/relationships" id="256" r:id="R498a0b0b74bf42a9"/>
    <p:sldId xmlns:r="http://schemas.openxmlformats.org/officeDocument/2006/relationships" id="257" r:id="R1384a6babd3d4a51"/>
    <p:sldId xmlns:r="http://schemas.openxmlformats.org/officeDocument/2006/relationships" id="258" r:id="R32d26a8627164bb9"/>
    <p:sldId xmlns:r="http://schemas.openxmlformats.org/officeDocument/2006/relationships" id="259" r:id="R28ca612a8ba6401d"/>
    <p:sldId xmlns:r="http://schemas.openxmlformats.org/officeDocument/2006/relationships" id="260" r:id="R0e5f398a3e534e54"/>
    <p:sldId xmlns:r="http://schemas.openxmlformats.org/officeDocument/2006/relationships" id="261" r:id="R30a815abeadd4565"/>
    <p:sldId xmlns:r="http://schemas.openxmlformats.org/officeDocument/2006/relationships" id="262" r:id="R4adb58011e1a4590"/>
    <p:sldId xmlns:r="http://schemas.openxmlformats.org/officeDocument/2006/relationships" id="263" r:id="R0ce0c8f63d3f47c5"/>
    <p:sldId xmlns:r="http://schemas.openxmlformats.org/officeDocument/2006/relationships" id="264" r:id="R813d1cda47ee41e1"/>
    <p:sldId xmlns:r="http://schemas.openxmlformats.org/officeDocument/2006/relationships" id="265" r:id="Rbebf074a86f841f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4c8088fb5542c2" /><Relationship Type="http://schemas.openxmlformats.org/officeDocument/2006/relationships/slideMaster" Target="/ppt/slideMasters/slideMaster1.xml" Id="Re92a3726e91a45e2" /><Relationship Type="http://schemas.openxmlformats.org/officeDocument/2006/relationships/notesMaster" Target="/ppt/notesMasters/notesMaster1.xml" Id="R788be59179184ea7" /><Relationship Type="http://schemas.openxmlformats.org/officeDocument/2006/relationships/presProps" Target="/ppt/presProps.xml" Id="Rc208363cc0f44ddd" /><Relationship Type="http://schemas.openxmlformats.org/officeDocument/2006/relationships/tableStyles" Target="/ppt/tableStyles.xml" Id="R6f0721068e264cf0" /><Relationship Type="http://schemas.openxmlformats.org/officeDocument/2006/relationships/slide" Target="/ppt/slides/slide1.xml" Id="R498a0b0b74bf42a9" /><Relationship Type="http://schemas.openxmlformats.org/officeDocument/2006/relationships/slide" Target="/ppt/slides/slide2.xml" Id="R1384a6babd3d4a51" /><Relationship Type="http://schemas.openxmlformats.org/officeDocument/2006/relationships/slide" Target="/ppt/slides/slide3.xml" Id="R32d26a8627164bb9" /><Relationship Type="http://schemas.openxmlformats.org/officeDocument/2006/relationships/slide" Target="/ppt/slides/slide4.xml" Id="R28ca612a8ba6401d" /><Relationship Type="http://schemas.openxmlformats.org/officeDocument/2006/relationships/slide" Target="/ppt/slides/slide5.xml" Id="R0e5f398a3e534e54" /><Relationship Type="http://schemas.openxmlformats.org/officeDocument/2006/relationships/slide" Target="/ppt/slides/slide6.xml" Id="R30a815abeadd4565" /><Relationship Type="http://schemas.openxmlformats.org/officeDocument/2006/relationships/slide" Target="/ppt/slides/slide7.xml" Id="R4adb58011e1a4590" /><Relationship Type="http://schemas.openxmlformats.org/officeDocument/2006/relationships/slide" Target="/ppt/slides/slide8.xml" Id="R0ce0c8f63d3f47c5" /><Relationship Type="http://schemas.openxmlformats.org/officeDocument/2006/relationships/slide" Target="/ppt/slides/slide9.xml" Id="R813d1cda47ee41e1" /><Relationship Type="http://schemas.openxmlformats.org/officeDocument/2006/relationships/slide" Target="/ppt/slides/slide10.xml" Id="Rbebf074a86f841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f01d01554340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109a01ecca420a" /><Relationship Type="http://schemas.openxmlformats.org/officeDocument/2006/relationships/notesMaster" Target="/ppt/notesMasters/notesMaster1.xml" Id="Rd25d5f18553c40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a472e0c36d4d24" /><Relationship Type="http://schemas.openxmlformats.org/officeDocument/2006/relationships/notesMaster" Target="/ppt/notesMasters/notesMaster1.xml" Id="R4eabbcf1bb2144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2f3c9ca98a4a51" /><Relationship Type="http://schemas.openxmlformats.org/officeDocument/2006/relationships/notesMaster" Target="/ppt/notesMasters/notesMaster1.xml" Id="R78050e9f492c49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e5715cb0804801" /><Relationship Type="http://schemas.openxmlformats.org/officeDocument/2006/relationships/notesMaster" Target="/ppt/notesMasters/notesMaster1.xml" Id="R854d9dd9de0d41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b9be895db04ec7" /><Relationship Type="http://schemas.openxmlformats.org/officeDocument/2006/relationships/notesMaster" Target="/ppt/notesMasters/notesMaster1.xml" Id="Rf2469a904c6b41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8bba525c6a4fda" /><Relationship Type="http://schemas.openxmlformats.org/officeDocument/2006/relationships/notesMaster" Target="/ppt/notesMasters/notesMaster1.xml" Id="R05b904331a0f45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ef90e57b214d21" /><Relationship Type="http://schemas.openxmlformats.org/officeDocument/2006/relationships/notesMaster" Target="/ppt/notesMasters/notesMaster1.xml" Id="R7114f2c662904b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23ffea0e384f40" /><Relationship Type="http://schemas.openxmlformats.org/officeDocument/2006/relationships/notesMaster" Target="/ppt/notesMasters/notesMaster1.xml" Id="Rea4893d28ec148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954a7981ff4734" /><Relationship Type="http://schemas.openxmlformats.org/officeDocument/2006/relationships/notesMaster" Target="/ppt/notesMasters/notesMaster1.xml" Id="Rc45e13fe5c8647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76928c137e4366" /><Relationship Type="http://schemas.openxmlformats.org/officeDocument/2006/relationships/notesMaster" Target="/ppt/notesMasters/notesMaster1.xml" Id="R320d7e8a17164e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b8ce25eb8840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f5b8b06a844320" /><Relationship Type="http://schemas.openxmlformats.org/officeDocument/2006/relationships/slideLayout" Target="/ppt/slideLayouts/slideLayout1.xml" Id="R5b871518127b4b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871518127b4b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2e6398e5d47f9" /><Relationship Type="http://schemas.openxmlformats.org/officeDocument/2006/relationships/notesSlide" Target="/ppt/notesSlides/notesSlide1.xml" Id="R99ea2f7818a94a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4a4dbb5bb4b8f" /><Relationship Type="http://schemas.openxmlformats.org/officeDocument/2006/relationships/notesSlide" Target="/ppt/notesSlides/notesSlide2.xml" Id="R8097f65018a04f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00a751bbd44f4" /><Relationship Type="http://schemas.openxmlformats.org/officeDocument/2006/relationships/notesSlide" Target="/ppt/notesSlides/notesSlide3.xml" Id="Rb90707fb9f2349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0a1a3531e4881" /><Relationship Type="http://schemas.openxmlformats.org/officeDocument/2006/relationships/notesSlide" Target="/ppt/notesSlides/notesSlide4.xml" Id="R8f4893f5ec9248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43ca6504545d6" /><Relationship Type="http://schemas.openxmlformats.org/officeDocument/2006/relationships/notesSlide" Target="/ppt/notesSlides/notesSlide5.xml" Id="Rc128f4bdd6d442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2b6fceba34373" /><Relationship Type="http://schemas.openxmlformats.org/officeDocument/2006/relationships/notesSlide" Target="/ppt/notesSlides/notesSlide6.xml" Id="Rae67c2d7507246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6ec5ef95d488e" /><Relationship Type="http://schemas.openxmlformats.org/officeDocument/2006/relationships/notesSlide" Target="/ppt/notesSlides/notesSlide7.xml" Id="R8098527016e445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02f6493154ac2" /><Relationship Type="http://schemas.openxmlformats.org/officeDocument/2006/relationships/notesSlide" Target="/ppt/notesSlides/notesSlide8.xml" Id="R8e9443e60df34c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13567c759433c" /><Relationship Type="http://schemas.openxmlformats.org/officeDocument/2006/relationships/notesSlide" Target="/ppt/notesSlides/notesSlide9.xml" Id="R745e8c5c640847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a8f23d56b40bb" /><Relationship Type="http://schemas.openxmlformats.org/officeDocument/2006/relationships/notesSlide" Target="/ppt/notesSlides/notesSlide10.xml" Id="R621a154c4eab46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276CA2-8795-4102-B440-98ABA05C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ZDC Four-Vector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76494-93C8-47E9-94E1-D28A4AE7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33550"/>
            <a:ext cx="9334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Blocked at the data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55156-10F5-4644-A2BD-2F2C8DC2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8155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The ROOT file is readable and truth semantics are resolved. ECAL/HCAL hit-signal units are not authoritatively defined, so training and test results would violate the protocol.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FBB81-FA7B-4DC1-97B8-852A2E4D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"/>
            <a:ext cx="3581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4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2026-07-11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9A614-F433-419C-8400-1889661D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14027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4D3C8D-8596-402F-90BF-5D708459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requested study has a strict fail-closed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1CC8D-8839-4220-AA15-8FDC69CC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model target is an on-shell neutron four-vector in GeV for the 50-250 GeV focus population.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09CFC-9CBF-4644-974E-CB3B247A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D171C-318D-42A1-822A-02D56545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28825"/>
            <a:ext cx="2333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09BA7-C0D2-4767-B3A3-108C9EA7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1876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764,940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4EE5F-894E-48C1-8F74-DA73C121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19425"/>
            <a:ext cx="1876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events in latest ROOT tree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04826-A1D9-4069-AE98-4D3FF210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28825"/>
            <a:ext cx="2333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E7596-F783-462E-A49A-8C1A23A6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76475"/>
            <a:ext cx="1876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50-250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4EE1C-2E41-4DD7-B60C-6E586C45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19425"/>
            <a:ext cx="1876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GeV headline focus range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CD3FB-D371-48D0-B12B-FFDFDC80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28825"/>
            <a:ext cx="2333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74687-4671-4BF6-A277-31A0F8BF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76475"/>
            <a:ext cx="1876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80/10/10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A2B56-A526-4B5C-A21B-42540661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19425"/>
            <a:ext cx="1876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required group-safe split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34C2F-0555-4815-998C-ED22068A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28825"/>
            <a:ext cx="2333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7AF8A-DC5C-4606-8DFF-458A4D86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76475"/>
            <a:ext cx="1876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$78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600F3-E0A6-4AF4-911E-C1BA7055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019425"/>
            <a:ext cx="1876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planned Vertex ceiling under $90 cap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D93808-549C-4B6D-93CC-1CAF8C58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816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Hard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8DEB7B-0015-410C-AFD3-1ED2B164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3400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Do not infer detector signal units from whichever scale makes ML metrics look better. Use simulation metadata, simulation code, or data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483680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CA8394-06B7-41E8-B91A-BD969E79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Repository intake changed the task from training to gating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5DE26-7FF6-4CCB-9B65-4CA1F8B9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checked-in repo was a scaffold, so I added a real fail-closed CLI path and evidence artifacts.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B4598-0810-466C-8511-159149E0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1F324-E6A9-4D92-83F3-BE26D6FE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14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78075-3BE3-4568-AF9C-7AD4ADD3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383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Read every file in /read me first/ and every file returned by rg --files.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A98E9-F2E9-4FA1-AEEA-C4BF1A8E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95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E8553-DF4E-4228-8B42-2291715C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194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Built a Python 3.11 environment and installed the package with dev dependencies.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000C5-C7EF-4E14-B931-05728D2D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76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B1E0F-4A6B-42FE-812E-4358971A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04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Added zdc-reco CLI commands and tests that refuse downstream work when BLOCKED.md exists.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3C894-FC07-4925-A2E2-A58CF103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57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4D70F-F591-4748-952F-FEBC687D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815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Reran compile, unittest, pytest, Ruff, and smoke after edits.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D4238-9F71-467A-9020-A7BB4450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38350"/>
            <a:ext cx="5534025" cy="2733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5D20B-246F-4411-A926-246A8FAD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3241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310F11-CA4C-497F-A749-FD7BD34B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146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compileall passed</a:t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unittest: 11 tests OK</a:t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pytest: 11 passed</a:t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Ruff: all checks passed</a:t>
            </a:r>
          </a:p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smoke: perfect self-check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8882B-0D0E-469A-9107-76B0AF66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095875"/>
            <a:ext cx="55340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Docker was not available locally. No new Vertex job was submitted after the blocker was found.</a:t>
            </a:r>
          </a:p>
        </p:txBody>
      </p:sp>
    </p:spTree>
    <p:extLst>
      <p:ext uri="{BB962C8B-B14F-4D97-AF65-F5344CB8AC3E}">
        <p14:creationId xmlns:p14="http://schemas.microsoft.com/office/powerpoint/2010/main" val="12538579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F7593B-7C40-4E66-A823-5113B32F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ROOT file opens and the latest tree is identifiable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FDCE5-F2C9-48B8-8C71-6607A3A5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supplied object was inspected through GCS-backed Uproot without copying ROOT data into the repo.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6516C-B8DD-4AE3-865C-CC5D8408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877D0-D71F-46C3-ADB8-5662E241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114014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1813D-5304-40EB-B4D4-6B55DB5E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 URI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33777-DFC5-43BD-9E40-D9DC1010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526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gs://asiop-zdc-1-zdc-reco-us-central1/data/myTree_20251117_765k_0to300GeV_neutron_All.root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633AA-2C01-4A38-875D-441D0B6B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4325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6BE51-BC78-4A52-9F8C-E5C7CA10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9090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25.0 GB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B4F9F-B200-4D5D-B0CC-4BC2960D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338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GCS object size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C3624-3234-4E4D-BD0A-CC5FCF86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14325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0AEB6-1C3A-431A-BFBB-7956BA01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9090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cycle 865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CDC9D-693F-48B7-BB5B-72CA0D30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338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latest myTree cycle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B2D8E-736D-4450-B590-08211C75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14325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11E4C-93FF-4ED9-BCC8-EDAEFCDE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9090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764,940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C53DC-72F7-48D1-BF3E-C9C6C4C2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338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entries in latest tree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B11C4-CFF2-4DF9-A4F0-433B10BF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14325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6EC8EB-5250-4AB5-92E0-597D5108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90900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AB55E2-E906-46A6-BF81-D4A51A72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1338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ROOT top-level objects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24BC6-A26E-4521-B8D9-08CBDEF5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3816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prior tree cycle exists with 764,640 entries; the latest cycle was used for inspection.</a:t>
            </a:r>
          </a:p>
        </p:txBody>
      </p:sp>
    </p:spTree>
    <p:extLst>
      <p:ext uri="{BB962C8B-B14F-4D97-AF65-F5344CB8AC3E}">
        <p14:creationId xmlns:p14="http://schemas.microsoft.com/office/powerpoint/2010/main" val="18655071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2DE7A2-9AD5-470C-BEF2-84A1D29F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truth contract is resolved, not guessed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0D28E-82C8-4902-AFA6-2055314C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full truth-branch pass verified the particle identity and total-energy semantics.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81AFE-5A66-4E52-8006-750B8541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4B160-87DE-4F38-840B-1D226660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28825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2A0CC-704B-41A5-9E4D-16089EBC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242DDB-0DAE-4360-96AB-31D84E01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19425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MC particle per event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23BD0-9FBE-44AD-8E46-CE6AF3BA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028825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099BA-A16A-4E5A-914B-CA60E40C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76475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2112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D44E2-4A09-4734-9A4C-4F269ECC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19425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PDG code for all 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B9508-AC5E-4446-9D8F-31D70FBF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28825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04C94-7678-42DA-99AF-8E4B2103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76475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7.7e-17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6EFCF-1908-47C7-AE73-FF483EE4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19425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median shell residual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C4E74-8102-4ABE-9578-05ECFB39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028825"/>
            <a:ext cx="2571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21FBC-446F-4C0F-9427-5A621715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76475"/>
            <a:ext cx="2114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300.001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799289-375E-48C9-A347-1991615C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019425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max truth energy GeV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61901-8AD5-4A18-8950-B30A6774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91050"/>
            <a:ext cx="114014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31CE70-118F-48F8-8E50-52401861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768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Primary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258A9-4A21-4253-87E6-535F527F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8577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Use the only MC particle in the event after verifying every event has exactly one candidate and all candidates are neutrons.</a:t>
            </a:r>
          </a:p>
        </p:txBody>
      </p:sp>
    </p:spTree>
    <p:extLst>
      <p:ext uri="{BB962C8B-B14F-4D97-AF65-F5344CB8AC3E}">
        <p14:creationId xmlns:p14="http://schemas.microsoft.com/office/powerpoint/2010/main" val="8737426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EF90E2-8333-4A66-B80C-05C58386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detector hit-unit evidence is missing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CA8FF-60C0-44E5-BFEF-40376EF7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This is the single hard scientific ambiguity that stops the study.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EC02F-09E5-489F-A26D-F0301E48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57A63-5B4E-45C1-A5D4-93EE124B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28825"/>
            <a:ext cx="55340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1F841-A955-4594-8C70-DC568D5F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76475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 metadata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D3D54-D881-4AA9-989E-614BA453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03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Branch titles are only names like ecal_energy and hcal_energy. Histogram axes have numeric ranges but no unit titles.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58BE0-D099-4609-8711-CB83A93E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28825"/>
            <a:ext cx="55340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CB38A-4008-4343-99A8-9514B94C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276475"/>
            <a:ext cx="499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Bucket 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8C314-253D-4542-88E5-B4B22BA4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003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No detector macro, simulation source, data dictionary, README, DD4hep, or Geant unit authority was found.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3FCA8-8C72-4764-AA33-104839AE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95750"/>
            <a:ext cx="11401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37EDC-2D83-421B-941A-412304F3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386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Protocol consequence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69700-B58F-4F90-B032-0CCB0C74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5300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No absolute energy reconstruction is valid until ecal_energy and hcal_energy are defined by authoritative simulation metadata, code, or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13502727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D582D8-948E-4958-9E69-37BE1410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champion or locked test result exists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D81EE-EB05-4662-A938-A560BD7C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Stopping here protects the science: training would require a unit assumption the prompt forbids.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B6FA7-212B-429C-971E-948058D1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850AF-3FAE-4BBF-842B-2160493F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28825"/>
            <a:ext cx="2333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B0B13-DF9E-4A02-A27D-2E8997FA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1876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$0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898D9-1EF1-4B88-9F74-CD474657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19425"/>
            <a:ext cx="1876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new Vertex spend after blocker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70A6D-9CED-44B9-976A-F6988820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28825"/>
            <a:ext cx="2333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48F10-7CDB-49A4-9FC9-08512898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76475"/>
            <a:ext cx="1876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984D4-C23E-4108-844F-97501981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19425"/>
            <a:ext cx="1876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new models trained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A20EB-860E-4798-A3A8-540904B3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028825"/>
            <a:ext cx="2333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73D8B-F932-4748-B038-A144C8D2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76475"/>
            <a:ext cx="1876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B4F97-3304-46CE-A59F-DC2D1A64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19425"/>
            <a:ext cx="1876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test rows unlocked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9BFE5-7B35-4EC3-860D-3B3E540F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28825"/>
            <a:ext cx="23336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3EF94-DA62-4167-9D1A-07858002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76475"/>
            <a:ext cx="1876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BD9CCF-4CF4-45CF-BDC6-A505BFAC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19425"/>
            <a:ext cx="1876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hard blocker recorded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5B65E-5909-464E-AF63-68426C4A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33875"/>
            <a:ext cx="114014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E27796-D75B-439F-BFEC-D6CAFD34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482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Not run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DD2B62-6FFE-46B8-9389-DFB0A09A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1010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production features, splits, baselines, XGBoost comparisons, dual-grid T4 training, calibration, test unlock, final plots, and headline metrics</a:t>
            </a:r>
          </a:p>
        </p:txBody>
      </p:sp>
    </p:spTree>
    <p:extLst>
      <p:ext uri="{BB962C8B-B14F-4D97-AF65-F5344CB8AC3E}">
        <p14:creationId xmlns:p14="http://schemas.microsoft.com/office/powerpoint/2010/main" val="5991719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CA0F87-532A-4311-A554-8C80320C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Prior Vertex artifacts are context, not completion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18985-DEDB-4840-A3B3-C2AEAEC0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Existing GCS runs used the same ROOT object, but they do not satisfy the current protocol.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396EF-9B48-439D-945B-0155FD74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8B010-C10C-414A-9E49-916492F5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14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B0ADC-3F01-45CD-8859-3EA483CD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383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Completed prior CPU jobs exist in Vertex from 2026-07-10.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6A13A-C2BD-4FFB-953F-23DBF16C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95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2422C-FE6E-4A5D-903F-CE436EE9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194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They used an older configs/default.yaml and older zdc-reco container images.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64012-CD08-4F7C-B1A7-745070DE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76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2DE06-57C0-4D09-AEDC-E7C80656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04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They assumed hit_signal_scale_to_gev = 1.0 without current authoritative unit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DBBBCC-10DD-4A5E-BB01-2DAA8B1E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57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D0792-D567-465E-B67D-16DA65F7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815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They did not complete the required current dual-grid T4 path or current QA ledger.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7D3F4-0AD8-4036-9027-124303D8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43125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B811A-97A8-4B40-8B21-923CB646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098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Useful only as historical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31BAE2-FEB4-48F4-866A-903C2111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671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Do not present prior numbers as new locked results.</a:t>
            </a:r>
          </a:p>
        </p:txBody>
      </p:sp>
    </p:spTree>
    <p:extLst>
      <p:ext uri="{BB962C8B-B14F-4D97-AF65-F5344CB8AC3E}">
        <p14:creationId xmlns:p14="http://schemas.microsoft.com/office/powerpoint/2010/main" val="5966749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AC8214-26AC-4529-B2BF-8B8EA9B4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Once unit authority exists, the rebuild path is explicit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3DA66-1D6E-4186-9772-77165BD6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current repo now fails closed first, then resumes the intended production ladder.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6B667-4183-467B-A125-0DA1A7A1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A264E-34E1-41FE-A3BC-F21348CC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1F605-C087-4C56-A18A-B5161385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8595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39687-1522-4AD2-A47F-130F693B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Provide unit authority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0237C-D35B-461C-AE29-61E74882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Simulation code or documentation defining ECAL/HCAL hit energy units.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8C23D-67C9-40CD-8C60-C72F65C4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289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2D0CF-90A5-49B6-8B0D-0B2EF874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0510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21CD9-6F39-48BF-A526-DA55206D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Rerun preflight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18DF08-D14A-4C69-9E2A-32A24A97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289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Lock schema, hit policies, grid mapping, and source hashes.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23833-F35A-41C6-93EC-8DBF9313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480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F0896-442D-4648-9A30-C2AA8A32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52425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46CFF-70E7-47B1-8B5E-A0C678CA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Build artifacts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6C1C6-2272-455E-A8C0-4F94BB06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480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Targets, split, scalar features, ECAL grids, HCAL grids, manifests.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D367C-0EA0-4B2C-AEEE-4719C774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672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0AB086-0C0A-44C9-8BB7-B09DBD9D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4340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3381F-5F6E-4BDC-88C1-DFFA6AC2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72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Train candidates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7C276-4C03-491E-9E6F-1303C563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672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B0/B1, corrected XGBoost, bounded dual-grid T4 trials if gates pass.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2F6166-2DA0-4550-9759-3409869F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863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C52E03-60E7-4272-8B4D-8E09831B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62550"/>
            <a:ext cx="87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8411A9-08C0-4A09-8F77-707A0EEE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86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Freeze and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4A69E1-FE0B-459C-B90D-09D213B4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863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Select champion, calibrate on validation, unlock test once, report.</a:t>
            </a:r>
          </a:p>
        </p:txBody>
      </p:sp>
    </p:spTree>
    <p:extLst>
      <p:ext uri="{BB962C8B-B14F-4D97-AF65-F5344CB8AC3E}">
        <p14:creationId xmlns:p14="http://schemas.microsoft.com/office/powerpoint/2010/main" val="9437894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819E36-3E61-4AF6-B99D-1D84E195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decision ask is small and concrete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45F73-20C2-459B-834D-A0B17087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Resolve one missing authority before spending Vertex budget or opening the test fold.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CE0FF-4565-4E18-9871-34C16615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ADCFB-5A49-415D-A23B-0A59FDF6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28825"/>
            <a:ext cx="55340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ACCEB-D312-45E0-98F9-C7BB495A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33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Needed from the data owner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6209D-4AB9-4C62-B005-A9A5C347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908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A source file, macro, README, detector note, or data dictionary that defines ecal_energy and hcal_energy units and conversion to GeV.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2124A-EF50-4DE0-9145-1154474C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28825"/>
            <a:ext cx="55340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B6126-BCF4-4C2A-8F8E-4281BD42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333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Restart command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7CB441-05EF-4DA2-9728-9F3F8685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971800"/>
            <a:ext cx="4857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zdc-reco run-all --config configs/study.yaml --data gs://asiop-zdc-1-zdc-reco-us-central1/data/myTree_20251117_765k_0to300GeV_neutron_All.root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6F153-76E9-4180-AF20-916431CA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197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Until then, the scientifically correct result is BLOCKED, not a guessed champion.</a:t>
            </a:r>
          </a:p>
        </p:txBody>
      </p:sp>
    </p:spTree>
    <p:extLst>
      <p:ext uri="{BB962C8B-B14F-4D97-AF65-F5344CB8AC3E}">
        <p14:creationId xmlns:p14="http://schemas.microsoft.com/office/powerpoint/2010/main" val="1271543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2026-07-11T04:52:59.1930000Z</dcterms:created>
  <dcterms:modified xsi:type="dcterms:W3CDTF">2026-07-11T04:52:59.1930000Z</dcterms:modified>
</coreProperties>
</file>